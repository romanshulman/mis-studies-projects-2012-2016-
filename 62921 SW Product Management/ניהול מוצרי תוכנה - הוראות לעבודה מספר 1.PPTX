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436" r:id="rId2"/>
    <p:sldId id="466" r:id="rId3"/>
    <p:sldId id="469" r:id="rId4"/>
    <p:sldId id="468" r:id="rId5"/>
    <p:sldId id="46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86" y="4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020AE-D410-41F4-B609-9B7B2C8EB231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238C6-773F-4E86-BCD5-151A21813B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5865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133F1C-2B96-4150-A1A1-DD549E3AC0C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133F1C-2B96-4150-A1A1-DD549E3AC0C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1143000"/>
          </a:xfrm>
        </p:spPr>
        <p:txBody>
          <a:bodyPr/>
          <a:lstStyle>
            <a:lvl1pPr algn="r">
              <a:defRPr/>
            </a:lvl1pPr>
          </a:lstStyle>
          <a:p>
            <a:r>
              <a:rPr kumimoji="0" lang="he-IL" dirty="0" smtClean="0"/>
              <a:t>כותרת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EAB0777-4C60-462E-A92C-CDAFD498799C}" type="datetimeFigureOut">
              <a:rPr lang="en-US" smtClean="0"/>
              <a:pPr/>
              <a:t>12/4/2014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9DE6EB8-52AB-45EA-A660-3E1EBFA7298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eektime.co.il/microsofts-bra-against-emotional-eating/" TargetMode="External"/><Relationship Id="rId3" Type="http://schemas.openxmlformats.org/officeDocument/2006/relationships/hyperlink" Target="http://www.geektime.co.il/zolo-raises-3-1-million-shekels/" TargetMode="External"/><Relationship Id="rId7" Type="http://schemas.openxmlformats.org/officeDocument/2006/relationships/hyperlink" Target="http://www.geektime.co.il/xbox-vs-playstation-christmas-match/" TargetMode="External"/><Relationship Id="rId2" Type="http://schemas.openxmlformats.org/officeDocument/2006/relationships/hyperlink" Target="http://www.geektime.co.il/keepy-launches-android-ap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eektime.co.il/geekstarter-12-12-13/" TargetMode="External"/><Relationship Id="rId5" Type="http://schemas.openxmlformats.org/officeDocument/2006/relationships/hyperlink" Target="http://www.geektime.co.il/apple-new-patent-new-category-of-computer-systems/" TargetMode="External"/><Relationship Id="rId4" Type="http://schemas.openxmlformats.org/officeDocument/2006/relationships/hyperlink" Target="http://www.geektime.co.il/acousticeye-venture-round-7-million/" TargetMode="External"/><Relationship Id="rId9" Type="http://schemas.openxmlformats.org/officeDocument/2006/relationships/hyperlink" Target="http://mafis.co.il/2013/12/02/%D7%A2%D7%99%D7%93%D7%9F-%D7%94%D7%9E%D7%96%D7%9C%D7%98%D7%99%D7%9D-%D7%94%D7%97%D7%91%D7%99%D7%9C%D7%94-%D7%A9%D7%94%D7%96%D7%9E%D7%A0%D7%AA-%D7%9E%D7%90%D7%9E%D7%96%D7%95%D7%9F-%D7%AA%D7%92-2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9ECD-5871-4265-BAF9-A5D3DAB0B393}" type="slidenum">
              <a:rPr lang="he-IL"/>
              <a:pPr/>
              <a:t>1</a:t>
            </a:fld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2743200"/>
            <a:ext cx="7818437" cy="1470025"/>
          </a:xfrm>
        </p:spPr>
        <p:txBody>
          <a:bodyPr>
            <a:normAutofit/>
          </a:bodyPr>
          <a:lstStyle/>
          <a:p>
            <a:r>
              <a:rPr lang="he-IL" sz="6000" dirty="0" smtClean="0">
                <a:solidFill>
                  <a:schemeClr val="tx1"/>
                </a:solidFill>
              </a:rPr>
              <a:t>עבודת בית </a:t>
            </a:r>
            <a:endParaRPr 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0519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smtClean="0"/>
              <a:t>כללי</a:t>
            </a:r>
            <a:endParaRPr 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he-IL" dirty="0" smtClean="0"/>
              <a:t>העבודה מהווה </a:t>
            </a:r>
            <a:r>
              <a:rPr lang="en-US" dirty="0" smtClean="0"/>
              <a:t> 40% </a:t>
            </a:r>
            <a:r>
              <a:rPr lang="he-IL" dirty="0" smtClean="0"/>
              <a:t>מהציון הכללי</a:t>
            </a:r>
          </a:p>
          <a:p>
            <a:pPr eaLnBrk="1" hangingPunct="1"/>
            <a:r>
              <a:rPr lang="he-IL" dirty="0" smtClean="0"/>
              <a:t>העבודה תעשה בקבוצות של עד 4 אנשים</a:t>
            </a:r>
          </a:p>
          <a:p>
            <a:pPr eaLnBrk="1" hangingPunct="1"/>
            <a:r>
              <a:rPr lang="he-IL" dirty="0" smtClean="0"/>
              <a:t>כל קבוצה תהיה אחראית על מוצר </a:t>
            </a:r>
            <a:r>
              <a:rPr lang="he-IL" dirty="0" smtClean="0"/>
              <a:t>אחר</a:t>
            </a:r>
            <a:endParaRPr lang="en-US" dirty="0" smtClean="0"/>
          </a:p>
          <a:p>
            <a:pPr eaLnBrk="1" hangingPunct="1"/>
            <a:r>
              <a:rPr lang="he-IL" u="sng" dirty="0" smtClean="0"/>
              <a:t>עליכם לשלוח לי את שם המוצר שעליו אתם מעוניינים לעשות את העבודה ולחכות לאישורי</a:t>
            </a:r>
            <a:r>
              <a:rPr lang="he-IL" dirty="0" smtClean="0"/>
              <a:t>!!!</a:t>
            </a:r>
            <a:endParaRPr lang="he-IL" dirty="0" smtClean="0"/>
          </a:p>
          <a:p>
            <a:pPr eaLnBrk="1" hangingPunct="1"/>
            <a:r>
              <a:rPr lang="he-IL" dirty="0" smtClean="0"/>
              <a:t>כל קבוצה תגיש מסמך </a:t>
            </a:r>
            <a:r>
              <a:rPr lang="en-US" dirty="0" smtClean="0"/>
              <a:t>Word</a:t>
            </a:r>
            <a:r>
              <a:rPr lang="he-IL" dirty="0" smtClean="0"/>
              <a:t> המכיל את הפרקים המפורטים. </a:t>
            </a:r>
          </a:p>
          <a:p>
            <a:pPr eaLnBrk="1" hangingPunct="1"/>
            <a:r>
              <a:rPr lang="he-IL" dirty="0" smtClean="0"/>
              <a:t>אורך העבודה יהיה 4-7 עמודים (לא כולל תמונות).</a:t>
            </a:r>
          </a:p>
          <a:p>
            <a:pPr eaLnBrk="1" hangingPunct="1"/>
            <a:r>
              <a:rPr lang="he-IL" dirty="0" smtClean="0"/>
              <a:t>את העבודה יש לשלוח לאימייל שלי </a:t>
            </a:r>
            <a:r>
              <a:rPr lang="en-US" dirty="0" smtClean="0"/>
              <a:t>daphna.rosenthal@gmail.com</a:t>
            </a:r>
            <a:endParaRPr lang="he-IL" dirty="0" smtClean="0"/>
          </a:p>
          <a:p>
            <a:pPr eaLnBrk="1" hangingPunct="1"/>
            <a:r>
              <a:rPr lang="he-IL" b="1" dirty="0" smtClean="0">
                <a:solidFill>
                  <a:srgbClr val="FF0000"/>
                </a:solidFill>
              </a:rPr>
              <a:t>תאריך הגשה: 23.12.14</a:t>
            </a:r>
            <a:endParaRPr lang="en-US" dirty="0" smtClean="0"/>
          </a:p>
        </p:txBody>
      </p:sp>
    </p:spTree>
    <p:extLst>
      <p:ext uri="{BB962C8B-B14F-4D97-AF65-F5344CB8AC3E}">
        <p14:creationId xmlns="" xmlns:p14="http://schemas.microsoft.com/office/powerpoint/2010/main" val="192226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he-IL" dirty="0" smtClean="0"/>
              <a:t>עבודת בית 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>
            <a:normAutofit fontScale="77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he-IL" dirty="0" smtClean="0"/>
              <a:t>אתם מנהלי השיווק של חברת </a:t>
            </a:r>
            <a:r>
              <a:rPr lang="en-US" dirty="0" smtClean="0"/>
              <a:t>XXX</a:t>
            </a:r>
            <a:r>
              <a:rPr lang="he-IL" dirty="0" smtClean="0"/>
              <a:t> (כל קבוצה תהיה אחראית על </a:t>
            </a:r>
            <a:r>
              <a:rPr lang="en-US" dirty="0" smtClean="0"/>
              <a:t>XXX</a:t>
            </a:r>
            <a:r>
              <a:rPr lang="he-IL" dirty="0" smtClean="0"/>
              <a:t> אחר)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he-IL" dirty="0" smtClean="0"/>
              <a:t>בחרו מוצר אחד (</a:t>
            </a:r>
            <a:r>
              <a:rPr lang="en-US" dirty="0" smtClean="0"/>
              <a:t>YYY</a:t>
            </a:r>
            <a:r>
              <a:rPr lang="he-IL" dirty="0" smtClean="0"/>
              <a:t>) של החברה </a:t>
            </a:r>
            <a:r>
              <a:rPr lang="en-US" dirty="0" smtClean="0"/>
              <a:t>XXX</a:t>
            </a:r>
            <a:r>
              <a:rPr lang="he-IL" dirty="0" smtClean="0"/>
              <a:t> (למשל, אם החברה שלכם היא </a:t>
            </a:r>
            <a:r>
              <a:rPr lang="en-US" dirty="0" smtClean="0"/>
              <a:t>APPLE</a:t>
            </a:r>
            <a:r>
              <a:rPr lang="he-IL" dirty="0" smtClean="0"/>
              <a:t>, תוכלו לבחור, למשל, את המוצר </a:t>
            </a:r>
            <a:r>
              <a:rPr lang="en-US" dirty="0" err="1" smtClean="0"/>
              <a:t>iPhone</a:t>
            </a:r>
            <a:r>
              <a:rPr lang="en-US" dirty="0" smtClean="0"/>
              <a:t> 6 </a:t>
            </a:r>
            <a:r>
              <a:rPr lang="he-IL" dirty="0" smtClean="0"/>
              <a:t>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he-IL" dirty="0" smtClean="0"/>
              <a:t>הכינו מסמך שמכיל את הפרקים הבאים:</a:t>
            </a:r>
          </a:p>
          <a:p>
            <a:pPr marL="850392" lvl="1" indent="-457200"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תאור קצר של המוצר ושל החברה   </a:t>
            </a:r>
            <a:r>
              <a:rPr lang="he-IL" i="1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10</a:t>
            </a:r>
            <a:r>
              <a:rPr lang="he-IL" i="1" dirty="0" smtClean="0">
                <a:solidFill>
                  <a:srgbClr val="FF0000"/>
                </a:solidFill>
              </a:rPr>
              <a:t> נקודות)</a:t>
            </a:r>
          </a:p>
          <a:p>
            <a:pPr marL="850392" lvl="1" indent="-457200" eaLnBrk="1" fontAlgn="auto" hangingPunct="1">
              <a:spcAft>
                <a:spcPts val="0"/>
              </a:spcAft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תאור שוק (או שוקי) היעד למוצר. הסבירו מדוע לדעתכם זהו שוק היעד  </a:t>
            </a:r>
            <a:r>
              <a:rPr lang="he-IL" i="1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10 </a:t>
            </a:r>
            <a:r>
              <a:rPr lang="he-IL" i="1" dirty="0" smtClean="0">
                <a:solidFill>
                  <a:srgbClr val="FF0000"/>
                </a:solidFill>
              </a:rPr>
              <a:t>נקודות)</a:t>
            </a:r>
          </a:p>
          <a:p>
            <a:pPr marL="850392" lvl="1" indent="-457200" eaLnBrk="1" fontAlgn="auto" hangingPunct="1">
              <a:spcAft>
                <a:spcPts val="0"/>
              </a:spcAft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תאור </a:t>
            </a:r>
            <a:r>
              <a:rPr lang="he-IL" u="sng" dirty="0" smtClean="0"/>
              <a:t>מפת התחרות </a:t>
            </a:r>
            <a:r>
              <a:rPr lang="he-IL" dirty="0" smtClean="0"/>
              <a:t>של המוצר: </a:t>
            </a:r>
            <a:r>
              <a:rPr lang="he-IL" i="1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 30 </a:t>
            </a:r>
            <a:r>
              <a:rPr lang="he-IL" i="1" dirty="0" smtClean="0">
                <a:solidFill>
                  <a:srgbClr val="FF0000"/>
                </a:solidFill>
              </a:rPr>
              <a:t>נקודות)</a:t>
            </a:r>
          </a:p>
          <a:p>
            <a:pPr marL="1399032" lvl="3" indent="-457200" eaLnBrk="1" fontAlgn="auto" hangingPunct="1">
              <a:spcAft>
                <a:spcPts val="0"/>
              </a:spcAft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סוגי המתחרים של המוצר</a:t>
            </a:r>
          </a:p>
          <a:p>
            <a:pPr marL="1399032" lvl="3" indent="-457200" eaLnBrk="1" fontAlgn="auto" hangingPunct="1">
              <a:spcAft>
                <a:spcPts val="0"/>
              </a:spcAft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תאור קצר של המאפיינים של כל סוג (לא יותר מ-2 משפטים לכל סוג)</a:t>
            </a:r>
          </a:p>
          <a:p>
            <a:pPr marL="1399032" lvl="3" indent="-457200" eaLnBrk="1" fontAlgn="auto" hangingPunct="1">
              <a:spcAft>
                <a:spcPts val="0"/>
              </a:spcAft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בצעו ניתוח </a:t>
            </a:r>
            <a:r>
              <a:rPr lang="en-US" dirty="0" smtClean="0"/>
              <a:t>SWOT</a:t>
            </a:r>
            <a:r>
              <a:rPr lang="he-IL" dirty="0" smtClean="0"/>
              <a:t> של המוצר שלכם כנגד אחד מסוגי התחרות</a:t>
            </a:r>
          </a:p>
          <a:p>
            <a:pPr marL="850392" lvl="1" indent="-457200" eaLnBrk="1" fontAlgn="auto" hangingPunct="1">
              <a:spcAft>
                <a:spcPts val="0"/>
              </a:spcAft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מהם ה- </a:t>
            </a:r>
            <a:r>
              <a:rPr lang="en-US" dirty="0" smtClean="0"/>
              <a:t>VODs</a:t>
            </a:r>
            <a:r>
              <a:rPr lang="he-IL" dirty="0" smtClean="0"/>
              <a:t> הנוכחיים של המוצר / החברה. (או במילים אחרות: מהם המבדלים של המוצר/החברה). </a:t>
            </a:r>
            <a:r>
              <a:rPr lang="he-IL" i="1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 20</a:t>
            </a:r>
            <a:r>
              <a:rPr lang="he-IL" i="1" dirty="0" smtClean="0">
                <a:solidFill>
                  <a:srgbClr val="FF0000"/>
                </a:solidFill>
              </a:rPr>
              <a:t>נקודות)</a:t>
            </a:r>
          </a:p>
          <a:p>
            <a:pPr marL="850392" lvl="1" indent="-457200">
              <a:buClrTx/>
              <a:buSzPct val="100000"/>
              <a:buFont typeface="+mj-lt"/>
              <a:buAutoNum type="arabicPeriod"/>
              <a:defRPr/>
            </a:pPr>
            <a:r>
              <a:rPr lang="he-IL" dirty="0" smtClean="0"/>
              <a:t>הציעו רעיון חדשני כיצד להפוך את המוצר לעוד יותר מבודל וחדשני משהוא היום. האם הרעיון שהצעתם יכול לשמש בעוד </a:t>
            </a:r>
            <a:r>
              <a:rPr lang="en-US" dirty="0" smtClean="0"/>
              <a:t>VOD</a:t>
            </a:r>
            <a:r>
              <a:rPr lang="he-IL" dirty="0" smtClean="0"/>
              <a:t>? מדוע כן או מדוע לא? </a:t>
            </a:r>
            <a:r>
              <a:rPr lang="he-IL" i="1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 10 </a:t>
            </a:r>
            <a:r>
              <a:rPr lang="he-IL" i="1" dirty="0" smtClean="0">
                <a:solidFill>
                  <a:srgbClr val="FF0000"/>
                </a:solidFill>
              </a:rPr>
              <a:t>נקודות)</a:t>
            </a:r>
            <a:endParaRPr lang="he-IL" dirty="0" smtClean="0"/>
          </a:p>
          <a:p>
            <a:pPr marL="822960" lvl="1" indent="-457200">
              <a:buClrTx/>
              <a:buFont typeface="+mj-lt"/>
              <a:buAutoNum type="arabicPeriod"/>
              <a:defRPr/>
            </a:pPr>
            <a:r>
              <a:rPr lang="he-IL" dirty="0" smtClean="0"/>
              <a:t>חוו דעתכם על התמחור של המוצר </a:t>
            </a:r>
            <a:r>
              <a:rPr lang="en-US" dirty="0" smtClean="0"/>
              <a:t>YYY</a:t>
            </a:r>
            <a:r>
              <a:rPr lang="he-IL" dirty="0" smtClean="0"/>
              <a:t>. אם יש תמחור באתר – נסו להסביר למה לדעתכם התמחור הוא כפי שהוא. אם אין – נסו להסביר מדוע לדעתכם אין תמחור, והציעו מודל </a:t>
            </a:r>
            <a:r>
              <a:rPr lang="he-IL" dirty="0" err="1" smtClean="0"/>
              <a:t>תמחורי</a:t>
            </a:r>
            <a:r>
              <a:rPr lang="he-IL" dirty="0" smtClean="0"/>
              <a:t> פשוט </a:t>
            </a:r>
            <a:r>
              <a:rPr lang="he-IL" dirty="0" smtClean="0">
                <a:solidFill>
                  <a:srgbClr val="FF0000"/>
                </a:solidFill>
              </a:rPr>
              <a:t>–   </a:t>
            </a:r>
            <a:r>
              <a:rPr lang="he-IL" i="1" dirty="0" smtClean="0">
                <a:solidFill>
                  <a:srgbClr val="FF0000"/>
                </a:solidFill>
              </a:rPr>
              <a:t>(</a:t>
            </a:r>
            <a:r>
              <a:rPr lang="en-US" i="1" dirty="0" smtClean="0">
                <a:solidFill>
                  <a:srgbClr val="FF0000"/>
                </a:solidFill>
              </a:rPr>
              <a:t> 20 </a:t>
            </a:r>
            <a:r>
              <a:rPr lang="he-IL" i="1" dirty="0" smtClean="0">
                <a:solidFill>
                  <a:srgbClr val="FF0000"/>
                </a:solidFill>
              </a:rPr>
              <a:t>נקודות)</a:t>
            </a:r>
            <a:endParaRPr lang="he-IL" dirty="0" smtClean="0"/>
          </a:p>
          <a:p>
            <a:pPr marL="850392" lvl="1" indent="-457200" eaLnBrk="1" fontAlgn="auto" hangingPunct="1">
              <a:spcAft>
                <a:spcPts val="0"/>
              </a:spcAft>
              <a:buClrTx/>
              <a:buSzPct val="100000"/>
              <a:buFont typeface="Wingdings 2"/>
              <a:buAutoNum type="arabicPeriod"/>
              <a:defRPr/>
            </a:pPr>
            <a:endParaRPr lang="he-IL" i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המוצר/חברה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algn="r" rtl="1"/>
            <a:r>
              <a:rPr lang="en-US" dirty="0" err="1" smtClean="0"/>
              <a:t>Keepy</a:t>
            </a:r>
            <a:r>
              <a:rPr lang="en-US" dirty="0" smtClean="0"/>
              <a:t> </a:t>
            </a:r>
            <a:r>
              <a:rPr lang="he-IL" dirty="0"/>
              <a:t>תסדר לכם את </a:t>
            </a:r>
            <a:r>
              <a:rPr lang="he-IL" dirty="0" err="1"/>
              <a:t>הזכרונות</a:t>
            </a:r>
            <a:r>
              <a:rPr lang="he-IL" dirty="0"/>
              <a:t> המשפחתיים, עכשיו גם באנדרואיד</a:t>
            </a:r>
          </a:p>
          <a:p>
            <a:pPr algn="r" rtl="1"/>
            <a:r>
              <a:rPr lang="en-US" dirty="0" smtClean="0">
                <a:hlinkClick r:id="rId2"/>
              </a:rPr>
              <a:t>http://www.geektime.co.il/keepy-launches-android-app/</a:t>
            </a:r>
            <a:endParaRPr lang="en-US" dirty="0" smtClean="0"/>
          </a:p>
          <a:p>
            <a:pPr algn="r" rtl="1"/>
            <a:r>
              <a:rPr lang="he-IL" dirty="0"/>
              <a:t>זולו הישראלית מפתחת אפליקציה לניהול רשימת קניות והשוואת מחירים על פי סריקת </a:t>
            </a:r>
            <a:r>
              <a:rPr lang="he-IL" dirty="0" smtClean="0"/>
              <a:t>קבלות</a:t>
            </a:r>
            <a:endParaRPr lang="en-US" dirty="0"/>
          </a:p>
          <a:p>
            <a:pPr algn="r" rtl="1"/>
            <a:r>
              <a:rPr lang="en-US" dirty="0" smtClean="0">
                <a:hlinkClick r:id="rId3"/>
              </a:rPr>
              <a:t>http://www.geektime.co.il/zolo-raises-3-1-million-shekels/</a:t>
            </a:r>
            <a:endParaRPr lang="en-US" dirty="0" smtClean="0"/>
          </a:p>
          <a:p>
            <a:pPr algn="r" rtl="1"/>
            <a:r>
              <a:rPr lang="en-US" dirty="0" err="1"/>
              <a:t>AcousticEye</a:t>
            </a:r>
            <a:r>
              <a:rPr lang="en-US" dirty="0"/>
              <a:t>, </a:t>
            </a:r>
            <a:r>
              <a:rPr lang="he-IL" dirty="0"/>
              <a:t>העומדת מאחורי פיתוח מכשיר לבדיקת צינורות, </a:t>
            </a:r>
            <a:endParaRPr lang="en-US" dirty="0"/>
          </a:p>
          <a:p>
            <a:pPr algn="r" rtl="1"/>
            <a:r>
              <a:rPr lang="en-US" dirty="0" smtClean="0">
                <a:hlinkClick r:id="rId4"/>
              </a:rPr>
              <a:t>http://www.geektime.co.il/acousticeye-venture-round-7-million/</a:t>
            </a:r>
            <a:endParaRPr lang="en-US" dirty="0" smtClean="0"/>
          </a:p>
          <a:p>
            <a:pPr algn="r" rtl="1"/>
            <a:r>
              <a:rPr lang="he-IL" dirty="0"/>
              <a:t>הפטנט החדש של אפל: מחשב שמקרין את המסך על הקיר</a:t>
            </a:r>
          </a:p>
          <a:p>
            <a:pPr algn="r" rtl="1"/>
            <a:r>
              <a:rPr lang="en-US" dirty="0" smtClean="0">
                <a:hlinkClick r:id="rId5"/>
              </a:rPr>
              <a:t>http://www.geektime.co.il/apple-new-patent-new-category-of-computer-systems/</a:t>
            </a:r>
            <a:r>
              <a:rPr lang="he-IL" dirty="0"/>
              <a:t>מסכה שתעזור לכם לישון יותר טוב בלילה, </a:t>
            </a:r>
            <a:r>
              <a:rPr lang="he-IL" dirty="0" err="1"/>
              <a:t>גראמופון</a:t>
            </a:r>
            <a:r>
              <a:rPr lang="he-IL" dirty="0"/>
              <a:t> חדשני עם קישוריות </a:t>
            </a:r>
            <a:r>
              <a:rPr lang="en-US" dirty="0"/>
              <a:t>Bluetooth </a:t>
            </a:r>
            <a:r>
              <a:rPr lang="he-IL" dirty="0"/>
              <a:t>וסדרת אינטרנט על יהודי חסידי בעל כוחות מיוחדים</a:t>
            </a:r>
            <a:r>
              <a:rPr lang="he-IL" dirty="0" smtClean="0"/>
              <a:t>.</a:t>
            </a:r>
            <a:endParaRPr lang="en-US" dirty="0" smtClean="0"/>
          </a:p>
          <a:p>
            <a:pPr algn="r" rtl="1"/>
            <a:r>
              <a:rPr lang="en-US" dirty="0" smtClean="0">
                <a:hlinkClick r:id="rId6"/>
              </a:rPr>
              <a:t>http://www.geektime.co.il/geekstarter-12-12-13/</a:t>
            </a:r>
            <a:endParaRPr lang="en-US" dirty="0" smtClean="0"/>
          </a:p>
          <a:p>
            <a:pPr algn="r" rtl="1"/>
            <a:r>
              <a:rPr lang="he-IL" dirty="0"/>
              <a:t>פלייסטיישן 4 מובילה על </a:t>
            </a:r>
            <a:r>
              <a:rPr lang="he-IL" dirty="0" err="1"/>
              <a:t>האקסבוקס</a:t>
            </a:r>
            <a:r>
              <a:rPr lang="he-IL" dirty="0"/>
              <a:t> </a:t>
            </a:r>
            <a:r>
              <a:rPr lang="he-IL" dirty="0" err="1"/>
              <a:t>וואן</a:t>
            </a:r>
            <a:endParaRPr lang="he-IL" dirty="0"/>
          </a:p>
          <a:p>
            <a:pPr algn="r" rtl="1"/>
            <a:r>
              <a:rPr lang="en-US" dirty="0" smtClean="0">
                <a:hlinkClick r:id="rId7"/>
              </a:rPr>
              <a:t>http://www.geektime.co.il/xbox-vs-playstation-christmas-match/</a:t>
            </a:r>
            <a:endParaRPr lang="en-US" dirty="0" smtClean="0"/>
          </a:p>
          <a:p>
            <a:pPr algn="r" rtl="1"/>
            <a:r>
              <a:rPr lang="he-IL" dirty="0" err="1"/>
              <a:t>חזיה</a:t>
            </a:r>
            <a:r>
              <a:rPr lang="he-IL" dirty="0"/>
              <a:t> חכמה לזיהוי מצב </a:t>
            </a:r>
            <a:r>
              <a:rPr lang="he-IL" dirty="0" smtClean="0"/>
              <a:t>הרוח</a:t>
            </a:r>
            <a:endParaRPr lang="en-US" dirty="0" smtClean="0"/>
          </a:p>
          <a:p>
            <a:pPr algn="r" rtl="1"/>
            <a:r>
              <a:rPr lang="en-US" dirty="0" smtClean="0">
                <a:hlinkClick r:id="rId8"/>
              </a:rPr>
              <a:t>http://www.geektime.co.il/microsofts-bra-against-emotional-eating/</a:t>
            </a:r>
            <a:endParaRPr lang="en-US" dirty="0" smtClean="0"/>
          </a:p>
          <a:p>
            <a:pPr algn="r" rtl="1" fontAlgn="base"/>
            <a:r>
              <a:rPr lang="he-IL" dirty="0"/>
              <a:t>עידן המזל"טים: החבילה שהזמנת מאמזון תגיע אליך תוך חצי שעה – </a:t>
            </a:r>
            <a:r>
              <a:rPr lang="he-IL" dirty="0" err="1"/>
              <a:t>כלכליסט</a:t>
            </a:r>
            <a:endParaRPr lang="he-IL" dirty="0"/>
          </a:p>
          <a:p>
            <a:pPr algn="r" rtl="1"/>
            <a:r>
              <a:rPr lang="he-IL" dirty="0" smtClean="0"/>
              <a:t/>
            </a:r>
            <a:br>
              <a:rPr lang="he-IL" dirty="0" smtClean="0"/>
            </a:br>
            <a:r>
              <a:rPr lang="en-US" dirty="0" smtClean="0">
                <a:hlinkClick r:id="rId9"/>
              </a:rPr>
              <a:t>http://mafis.co.il/2013/12/02/%D7%A2%D7%99%D7%93%D7%9F-%D7%94%D7%9E%D7%96%D7%9C%D7%98%D7%99%D7%9D-%D7%94%D7%97%D7%91%D7%99%D7%9C%D7%94-%D7%A9%D7%94%D7%96%D7%9E%D7%A0%D7%AA-%D7%9E%D7%90%D7%9E%D7%96%D7%95%D7%9F-%D7%AA%D7%92-2/</a:t>
            </a:r>
            <a:endParaRPr lang="he-IL" dirty="0"/>
          </a:p>
          <a:p>
            <a:pPr algn="r" rt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412776"/>
            <a:ext cx="8352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buFont typeface="Arial" pitchFamily="34" charset="0"/>
              <a:buChar char="•"/>
            </a:pPr>
            <a:r>
              <a:rPr lang="he-IL" dirty="0" smtClean="0"/>
              <a:t> המוצר חייב להיות חדשני ביותר </a:t>
            </a:r>
            <a:r>
              <a:rPr lang="he-IL" dirty="0" err="1" smtClean="0"/>
              <a:t>והייטקי</a:t>
            </a:r>
            <a:r>
              <a:rPr lang="he-IL" dirty="0" smtClean="0"/>
              <a:t>. דוגמאות אפשר לראות ברשימה כאן, או כל מוצר שתציעו</a:t>
            </a:r>
          </a:p>
          <a:p>
            <a:pPr algn="r" rtl="1"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09ECD-5871-4265-BAF9-A5D3DAB0B393}" type="slidenum">
              <a:rPr lang="he-IL"/>
              <a:pPr/>
              <a:t>5</a:t>
            </a:fld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8763" y="3773488"/>
            <a:ext cx="4443412" cy="1470025"/>
          </a:xfrm>
        </p:spPr>
        <p:txBody>
          <a:bodyPr/>
          <a:lstStyle/>
          <a:p>
            <a:pPr algn="ctr"/>
            <a:r>
              <a:rPr lang="he-IL" sz="6000" dirty="0" smtClean="0">
                <a:solidFill>
                  <a:schemeClr val="tx1"/>
                </a:solidFill>
              </a:rPr>
              <a:t>תודה</a:t>
            </a:r>
            <a:endParaRPr lang="en-US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7419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2273</TotalTime>
  <Words>349</Words>
  <Application>Microsoft Office PowerPoint</Application>
  <PresentationFormat>On-screen Show (4:3)</PresentationFormat>
  <Paragraphs>45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עבודת בית </vt:lpstr>
      <vt:lpstr>כללי</vt:lpstr>
      <vt:lpstr>עבודת בית </vt:lpstr>
      <vt:lpstr>המוצר/חברה</vt:lpstr>
      <vt:lpstr>תודה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Daphna Rosenthal</dc:creator>
  <cp:lastModifiedBy>user</cp:lastModifiedBy>
  <cp:revision>130</cp:revision>
  <dcterms:created xsi:type="dcterms:W3CDTF">2011-10-29T17:44:03Z</dcterms:created>
  <dcterms:modified xsi:type="dcterms:W3CDTF">2014-12-04T10:35:35Z</dcterms:modified>
</cp:coreProperties>
</file>